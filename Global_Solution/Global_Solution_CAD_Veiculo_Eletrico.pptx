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  <p:sldMasterId id="2147483739" r:id="rId2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865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42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6/5/2022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7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0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03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27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23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4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2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33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736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77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33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8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54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27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32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16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38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089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78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847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1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6/5/2022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203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2" r:id="rId6"/>
    <p:sldLayoutId id="2147483778" r:id="rId7"/>
    <p:sldLayoutId id="2147483779" r:id="rId8"/>
    <p:sldLayoutId id="2147483780" r:id="rId9"/>
    <p:sldLayoutId id="2147483781" r:id="rId10"/>
    <p:sldLayoutId id="214748378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1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4627F-92C5-34B5-64DE-4356CA9EBB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94" r="19041" b="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FB8CE58F-407C-497E-B723-21FD8C6D3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9937" y="721297"/>
            <a:ext cx="5565913" cy="5415406"/>
            <a:chOff x="797792" y="912854"/>
            <a:chExt cx="5298208" cy="5032292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BE70332-ECAF-47BB-8C7B-BD049452F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1439" y="1056388"/>
              <a:ext cx="4968823" cy="4748064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16D9361-A35A-4DC8-AAB9-04FD2D6FE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7792" y="912854"/>
              <a:ext cx="5298208" cy="503229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87FC31AD-FBB3-4219-A758-D6F7594A0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671" y="1232452"/>
              <a:ext cx="4715122" cy="4439901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3BC37B5-F465-09D0-46D4-00D2B5730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1463" y="1685677"/>
            <a:ext cx="4181444" cy="236267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400">
                <a:solidFill>
                  <a:schemeClr val="tx1">
                    <a:lumMod val="75000"/>
                    <a:lumOff val="25000"/>
                  </a:schemeClr>
                </a:solidFill>
              </a:rPr>
              <a:t>Global Solution - COMPUTER AIDED DESIGN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BEE071-C271-3068-6E90-558D4A858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240" y="4048350"/>
            <a:ext cx="3283888" cy="816301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</a:rPr>
              <a:t>RM 93040 – Kaique Carvalho da Silva</a:t>
            </a:r>
          </a:p>
          <a:p>
            <a:pPr algn="ctr">
              <a:lnSpc>
                <a:spcPct val="120000"/>
              </a:lnSpc>
            </a:pP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</a:rPr>
              <a:t>RM 84057 – Guilherme Macario da Silva</a:t>
            </a:r>
          </a:p>
          <a:p>
            <a:pPr algn="ctr">
              <a:lnSpc>
                <a:spcPct val="120000"/>
              </a:lnSpc>
            </a:pP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</a:rPr>
              <a:t>RM 94110 – Gabriel Nunes Pestana Silva</a:t>
            </a:r>
          </a:p>
        </p:txBody>
      </p:sp>
      <p:sp>
        <p:nvSpPr>
          <p:cNvPr id="78" name="Título 1">
            <a:extLst>
              <a:ext uri="{FF2B5EF4-FFF2-40B4-BE49-F238E27FC236}">
                <a16:creationId xmlns:a16="http://schemas.microsoft.com/office/drawing/2014/main" id="{B6F6FF01-3F5E-147E-C2D4-2F265B955893}"/>
              </a:ext>
            </a:extLst>
          </p:cNvPr>
          <p:cNvSpPr txBox="1">
            <a:spLocks/>
          </p:cNvSpPr>
          <p:nvPr/>
        </p:nvSpPr>
        <p:spPr>
          <a:xfrm>
            <a:off x="7133049" y="5843142"/>
            <a:ext cx="3882120" cy="652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pt-BR" sz="3500" b="1" dirty="0">
                <a:highlight>
                  <a:srgbClr val="000000"/>
                </a:highlight>
              </a:rPr>
              <a:t>Carros Elétricos</a:t>
            </a:r>
          </a:p>
        </p:txBody>
      </p:sp>
    </p:spTree>
    <p:extLst>
      <p:ext uri="{BB962C8B-B14F-4D97-AF65-F5344CB8AC3E}">
        <p14:creationId xmlns:p14="http://schemas.microsoft.com/office/powerpoint/2010/main" val="169893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072E62-392E-62D9-D1C1-CF3E79DF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045" y="1346200"/>
            <a:ext cx="5624118" cy="32845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A empresa Alemão Electric Brands, lançou no mercado o Xbus, modelo é personalizado de acordo com a necessidade do cliente, pode ser usado como furgão, picape, motorhome ou até mesmo veículo de passeio.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Marcador de Posição de Conteúdo 4" descr="Uma imagem com interior&#10;&#10;Descrição gerada automaticamente">
            <a:extLst>
              <a:ext uri="{FF2B5EF4-FFF2-40B4-BE49-F238E27FC236}">
                <a16:creationId xmlns:a16="http://schemas.microsoft.com/office/drawing/2014/main" id="{EDFB2DD2-9ADB-1AAB-B73E-9E2A60F013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2" r="17666" b="-1"/>
          <a:stretch/>
        </p:blipFill>
        <p:spPr>
          <a:xfrm>
            <a:off x="153" y="10"/>
            <a:ext cx="5205951" cy="6857990"/>
          </a:xfrm>
          <a:custGeom>
            <a:avLst/>
            <a:gdLst/>
            <a:ahLst/>
            <a:cxnLst/>
            <a:rect l="l" t="t" r="r" b="b"/>
            <a:pathLst>
              <a:path w="4710787" h="6858000">
                <a:moveTo>
                  <a:pt x="0" y="0"/>
                </a:moveTo>
                <a:lnTo>
                  <a:pt x="1214365" y="0"/>
                </a:lnTo>
                <a:lnTo>
                  <a:pt x="1994531" y="0"/>
                </a:lnTo>
                <a:lnTo>
                  <a:pt x="3087764" y="0"/>
                </a:lnTo>
                <a:lnTo>
                  <a:pt x="3109888" y="14997"/>
                </a:lnTo>
                <a:cubicBezTo>
                  <a:pt x="4137051" y="754641"/>
                  <a:pt x="4710787" y="2093192"/>
                  <a:pt x="4710787" y="3621656"/>
                </a:cubicBezTo>
                <a:cubicBezTo>
                  <a:pt x="4710787" y="4969131"/>
                  <a:pt x="3782062" y="5602839"/>
                  <a:pt x="2836437" y="6374814"/>
                </a:cubicBezTo>
                <a:cubicBezTo>
                  <a:pt x="2664234" y="6515397"/>
                  <a:pt x="2493607" y="6653108"/>
                  <a:pt x="2319789" y="6780599"/>
                </a:cubicBezTo>
                <a:lnTo>
                  <a:pt x="2208033" y="6858000"/>
                </a:lnTo>
                <a:lnTo>
                  <a:pt x="1994531" y="6858000"/>
                </a:lnTo>
                <a:lnTo>
                  <a:pt x="12143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10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478F236F-75E4-F809-9151-03D0AFC48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708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14543B09-440D-4F57-BCB0-A4FCC922D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0584" y="1948070"/>
            <a:ext cx="5261264" cy="4909930"/>
          </a:xfrm>
          <a:custGeom>
            <a:avLst/>
            <a:gdLst>
              <a:gd name="connsiteX0" fmla="*/ 2739575 w 5261264"/>
              <a:gd name="connsiteY0" fmla="*/ 1369 h 4909930"/>
              <a:gd name="connsiteX1" fmla="*/ 3931992 w 5261264"/>
              <a:gd name="connsiteY1" fmla="*/ 357115 h 4909930"/>
              <a:gd name="connsiteX2" fmla="*/ 5228644 w 5261264"/>
              <a:gd name="connsiteY2" fmla="*/ 1704869 h 4909930"/>
              <a:gd name="connsiteX3" fmla="*/ 5261264 w 5261264"/>
              <a:gd name="connsiteY3" fmla="*/ 1769901 h 4909930"/>
              <a:gd name="connsiteX4" fmla="*/ 5261264 w 5261264"/>
              <a:gd name="connsiteY4" fmla="*/ 4640262 h 4909930"/>
              <a:gd name="connsiteX5" fmla="*/ 5239287 w 5261264"/>
              <a:gd name="connsiteY5" fmla="*/ 4674079 h 4909930"/>
              <a:gd name="connsiteX6" fmla="*/ 5039558 w 5261264"/>
              <a:gd name="connsiteY6" fmla="*/ 4893028 h 4909930"/>
              <a:gd name="connsiteX7" fmla="*/ 5018342 w 5261264"/>
              <a:gd name="connsiteY7" fmla="*/ 4909930 h 4909930"/>
              <a:gd name="connsiteX8" fmla="*/ 962510 w 5261264"/>
              <a:gd name="connsiteY8" fmla="*/ 4909930 h 4909930"/>
              <a:gd name="connsiteX9" fmla="*/ 821338 w 5261264"/>
              <a:gd name="connsiteY9" fmla="*/ 4707517 h 4909930"/>
              <a:gd name="connsiteX10" fmla="*/ 448558 w 5261264"/>
              <a:gd name="connsiteY10" fmla="*/ 3922606 h 4909930"/>
              <a:gd name="connsiteX11" fmla="*/ 221727 w 5261264"/>
              <a:gd name="connsiteY11" fmla="*/ 1588926 h 4909930"/>
              <a:gd name="connsiteX12" fmla="*/ 2739575 w 5261264"/>
              <a:gd name="connsiteY12" fmla="*/ 1369 h 490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61264" h="4909930">
                <a:moveTo>
                  <a:pt x="2739575" y="1369"/>
                </a:moveTo>
                <a:cubicBezTo>
                  <a:pt x="3132207" y="14841"/>
                  <a:pt x="3535383" y="128133"/>
                  <a:pt x="3931992" y="357115"/>
                </a:cubicBezTo>
                <a:cubicBezTo>
                  <a:pt x="4474996" y="670619"/>
                  <a:pt x="4925124" y="1151857"/>
                  <a:pt x="5228644" y="1704869"/>
                </a:cubicBezTo>
                <a:lnTo>
                  <a:pt x="5261264" y="1769901"/>
                </a:lnTo>
                <a:lnTo>
                  <a:pt x="5261264" y="4640262"/>
                </a:lnTo>
                <a:lnTo>
                  <a:pt x="5239287" y="4674079"/>
                </a:lnTo>
                <a:cubicBezTo>
                  <a:pt x="5177453" y="4758643"/>
                  <a:pt x="5110673" y="4830413"/>
                  <a:pt x="5039558" y="4893028"/>
                </a:cubicBezTo>
                <a:lnTo>
                  <a:pt x="5018342" y="4909930"/>
                </a:lnTo>
                <a:lnTo>
                  <a:pt x="962510" y="4909930"/>
                </a:lnTo>
                <a:lnTo>
                  <a:pt x="821338" y="4707517"/>
                </a:lnTo>
                <a:cubicBezTo>
                  <a:pt x="672683" y="4465717"/>
                  <a:pt x="560617" y="4198197"/>
                  <a:pt x="448558" y="3922606"/>
                </a:cubicBezTo>
                <a:cubicBezTo>
                  <a:pt x="120358" y="3115488"/>
                  <a:pt x="-245146" y="2397572"/>
                  <a:pt x="221727" y="1588926"/>
                </a:cubicBezTo>
                <a:cubicBezTo>
                  <a:pt x="801679" y="584418"/>
                  <a:pt x="1736188" y="-33060"/>
                  <a:pt x="2739575" y="1369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0EE80047-1219-42E8-86D3-94F512050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3449" y="1789042"/>
            <a:ext cx="5448246" cy="5068957"/>
          </a:xfrm>
          <a:custGeom>
            <a:avLst/>
            <a:gdLst>
              <a:gd name="connsiteX0" fmla="*/ 2885375 w 5448246"/>
              <a:gd name="connsiteY0" fmla="*/ 1442 h 5156012"/>
              <a:gd name="connsiteX1" fmla="*/ 4141251 w 5448246"/>
              <a:gd name="connsiteY1" fmla="*/ 376120 h 5156012"/>
              <a:gd name="connsiteX2" fmla="*/ 5315487 w 5448246"/>
              <a:gd name="connsiteY2" fmla="*/ 1482940 h 5156012"/>
              <a:gd name="connsiteX3" fmla="*/ 5448246 w 5448246"/>
              <a:gd name="connsiteY3" fmla="*/ 1697243 h 5156012"/>
              <a:gd name="connsiteX4" fmla="*/ 5448246 w 5448246"/>
              <a:gd name="connsiteY4" fmla="*/ 5009611 h 5156012"/>
              <a:gd name="connsiteX5" fmla="*/ 5416607 w 5448246"/>
              <a:gd name="connsiteY5" fmla="*/ 5046802 h 5156012"/>
              <a:gd name="connsiteX6" fmla="*/ 5344828 w 5448246"/>
              <a:gd name="connsiteY6" fmla="*/ 5119639 h 5156012"/>
              <a:gd name="connsiteX7" fmla="*/ 5300719 w 5448246"/>
              <a:gd name="connsiteY7" fmla="*/ 5156012 h 5156012"/>
              <a:gd name="connsiteX8" fmla="*/ 1002287 w 5448246"/>
              <a:gd name="connsiteY8" fmla="*/ 5156012 h 5156012"/>
              <a:gd name="connsiteX9" fmla="*/ 896888 w 5448246"/>
              <a:gd name="connsiteY9" fmla="*/ 5008616 h 5156012"/>
              <a:gd name="connsiteX10" fmla="*/ 472429 w 5448246"/>
              <a:gd name="connsiteY10" fmla="*/ 4131367 h 5156012"/>
              <a:gd name="connsiteX11" fmla="*/ 233526 w 5448246"/>
              <a:gd name="connsiteY11" fmla="*/ 1673489 h 5156012"/>
              <a:gd name="connsiteX12" fmla="*/ 2885375 w 5448246"/>
              <a:gd name="connsiteY12" fmla="*/ 1442 h 5156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48246" h="5156012">
                <a:moveTo>
                  <a:pt x="2885375" y="1442"/>
                </a:moveTo>
                <a:cubicBezTo>
                  <a:pt x="3298901" y="15631"/>
                  <a:pt x="3723535" y="134952"/>
                  <a:pt x="4141251" y="376120"/>
                </a:cubicBezTo>
                <a:cubicBezTo>
                  <a:pt x="4608110" y="645661"/>
                  <a:pt x="5009784" y="1032928"/>
                  <a:pt x="5315487" y="1482940"/>
                </a:cubicBezTo>
                <a:lnTo>
                  <a:pt x="5448246" y="1697243"/>
                </a:lnTo>
                <a:lnTo>
                  <a:pt x="5448246" y="5009611"/>
                </a:lnTo>
                <a:lnTo>
                  <a:pt x="5416607" y="5046802"/>
                </a:lnTo>
                <a:cubicBezTo>
                  <a:pt x="5393215" y="5072317"/>
                  <a:pt x="5369282" y="5096549"/>
                  <a:pt x="5344828" y="5119639"/>
                </a:cubicBezTo>
                <a:lnTo>
                  <a:pt x="5300719" y="5156012"/>
                </a:lnTo>
                <a:lnTo>
                  <a:pt x="1002287" y="5156012"/>
                </a:lnTo>
                <a:lnTo>
                  <a:pt x="896888" y="5008616"/>
                </a:lnTo>
                <a:cubicBezTo>
                  <a:pt x="724221" y="4740911"/>
                  <a:pt x="598320" y="4440975"/>
                  <a:pt x="472429" y="4131367"/>
                </a:cubicBezTo>
                <a:cubicBezTo>
                  <a:pt x="126764" y="3281294"/>
                  <a:pt x="-258192" y="2525170"/>
                  <a:pt x="233526" y="1673489"/>
                </a:cubicBezTo>
                <a:cubicBezTo>
                  <a:pt x="844344" y="615522"/>
                  <a:pt x="1828586" y="-34819"/>
                  <a:pt x="2885375" y="144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83B29B1-18A6-4A7A-A498-90E521667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959" y="2256518"/>
            <a:ext cx="4930889" cy="4601483"/>
          </a:xfrm>
          <a:custGeom>
            <a:avLst/>
            <a:gdLst>
              <a:gd name="connsiteX0" fmla="*/ 2486925 w 4930889"/>
              <a:gd name="connsiteY0" fmla="*/ 1243 h 4601483"/>
              <a:gd name="connsiteX1" fmla="*/ 3569374 w 4930889"/>
              <a:gd name="connsiteY1" fmla="*/ 324181 h 4601483"/>
              <a:gd name="connsiteX2" fmla="*/ 4856238 w 4930889"/>
              <a:gd name="connsiteY2" fmla="*/ 1766524 h 4601483"/>
              <a:gd name="connsiteX3" fmla="*/ 4930889 w 4930889"/>
              <a:gd name="connsiteY3" fmla="*/ 1950930 h 4601483"/>
              <a:gd name="connsiteX4" fmla="*/ 4930888 w 4930889"/>
              <a:gd name="connsiteY4" fmla="*/ 3928933 h 4601483"/>
              <a:gd name="connsiteX5" fmla="*/ 4836868 w 4930889"/>
              <a:gd name="connsiteY5" fmla="*/ 4118750 h 4601483"/>
              <a:gd name="connsiteX6" fmla="*/ 4475082 w 4930889"/>
              <a:gd name="connsiteY6" fmla="*/ 4521220 h 4601483"/>
              <a:gd name="connsiteX7" fmla="*/ 4350095 w 4930889"/>
              <a:gd name="connsiteY7" fmla="*/ 4601483 h 4601483"/>
              <a:gd name="connsiteX8" fmla="*/ 997316 w 4930889"/>
              <a:gd name="connsiteY8" fmla="*/ 4601483 h 4601483"/>
              <a:gd name="connsiteX9" fmla="*/ 892840 w 4930889"/>
              <a:gd name="connsiteY9" fmla="*/ 4484501 h 4601483"/>
              <a:gd name="connsiteX10" fmla="*/ 407191 w 4930889"/>
              <a:gd name="connsiteY10" fmla="*/ 3560852 h 4601483"/>
              <a:gd name="connsiteX11" fmla="*/ 201279 w 4930889"/>
              <a:gd name="connsiteY11" fmla="*/ 1442391 h 4601483"/>
              <a:gd name="connsiteX12" fmla="*/ 2486925 w 4930889"/>
              <a:gd name="connsiteY12" fmla="*/ 1243 h 4601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30889" h="4601483">
                <a:moveTo>
                  <a:pt x="2486925" y="1243"/>
                </a:moveTo>
                <a:cubicBezTo>
                  <a:pt x="2843347" y="13472"/>
                  <a:pt x="3209341" y="116316"/>
                  <a:pt x="3569374" y="324181"/>
                </a:cubicBezTo>
                <a:cubicBezTo>
                  <a:pt x="4132718" y="649428"/>
                  <a:pt x="4585943" y="1173553"/>
                  <a:pt x="4856238" y="1766524"/>
                </a:cubicBezTo>
                <a:lnTo>
                  <a:pt x="4930889" y="1950930"/>
                </a:lnTo>
                <a:lnTo>
                  <a:pt x="4930888" y="3928933"/>
                </a:lnTo>
                <a:lnTo>
                  <a:pt x="4836868" y="4118750"/>
                </a:lnTo>
                <a:cubicBezTo>
                  <a:pt x="4733861" y="4297163"/>
                  <a:pt x="4611785" y="4422507"/>
                  <a:pt x="4475082" y="4521220"/>
                </a:cubicBezTo>
                <a:lnTo>
                  <a:pt x="4350095" y="4601483"/>
                </a:lnTo>
                <a:lnTo>
                  <a:pt x="997316" y="4601483"/>
                </a:lnTo>
                <a:lnTo>
                  <a:pt x="892840" y="4484501"/>
                </a:lnTo>
                <a:cubicBezTo>
                  <a:pt x="678469" y="4214961"/>
                  <a:pt x="542824" y="3894419"/>
                  <a:pt x="407191" y="3560852"/>
                </a:cubicBezTo>
                <a:cubicBezTo>
                  <a:pt x="109259" y="2828169"/>
                  <a:pt x="-222537" y="2176461"/>
                  <a:pt x="201279" y="1442391"/>
                </a:cubicBezTo>
                <a:cubicBezTo>
                  <a:pt x="727747" y="530521"/>
                  <a:pt x="1576073" y="-30011"/>
                  <a:pt x="2486925" y="1243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5D5BB0-0F1E-0455-1854-B4D94E32E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864" y="3075154"/>
            <a:ext cx="3848430" cy="2186393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chemeClr val="bg1"/>
                </a:solidFill>
              </a:rPr>
              <a:t>O Sistema de </a:t>
            </a:r>
            <a:r>
              <a:rPr lang="en-US" sz="1800" dirty="0" err="1">
                <a:solidFill>
                  <a:schemeClr val="bg1"/>
                </a:solidFill>
              </a:rPr>
              <a:t>recarga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ainda</a:t>
            </a:r>
            <a:r>
              <a:rPr lang="en-US" sz="1800" dirty="0">
                <a:solidFill>
                  <a:schemeClr val="bg1"/>
                </a:solidFill>
              </a:rPr>
              <a:t> é </a:t>
            </a:r>
            <a:r>
              <a:rPr lang="en-US" sz="1800" dirty="0" err="1">
                <a:solidFill>
                  <a:schemeClr val="bg1"/>
                </a:solidFill>
              </a:rPr>
              <a:t>escasso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problema</a:t>
            </a:r>
            <a:r>
              <a:rPr lang="en-US" sz="1800" dirty="0">
                <a:solidFill>
                  <a:schemeClr val="bg1"/>
                </a:solidFill>
              </a:rPr>
              <a:t> se </a:t>
            </a:r>
            <a:r>
              <a:rPr lang="en-US" sz="1800" dirty="0" err="1">
                <a:solidFill>
                  <a:schemeClr val="bg1"/>
                </a:solidFill>
              </a:rPr>
              <a:t>torna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ainda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maior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quando</a:t>
            </a:r>
            <a:r>
              <a:rPr lang="en-US" sz="1800" dirty="0">
                <a:solidFill>
                  <a:schemeClr val="bg1"/>
                </a:solidFill>
              </a:rPr>
              <a:t> o conductor </a:t>
            </a:r>
            <a:r>
              <a:rPr lang="en-US" sz="1800" dirty="0" err="1">
                <a:solidFill>
                  <a:schemeClr val="bg1"/>
                </a:solidFill>
              </a:rPr>
              <a:t>faz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viagens</a:t>
            </a:r>
            <a:r>
              <a:rPr lang="en-US" sz="1800" dirty="0">
                <a:solidFill>
                  <a:schemeClr val="bg1"/>
                </a:solidFill>
              </a:rPr>
              <a:t> longas.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 err="1">
                <a:solidFill>
                  <a:schemeClr val="bg1"/>
                </a:solidFill>
              </a:rPr>
              <a:t>Carros</a:t>
            </a:r>
            <a:r>
              <a:rPr lang="en-US" sz="1800" dirty="0">
                <a:solidFill>
                  <a:schemeClr val="bg1"/>
                </a:solidFill>
              </a:rPr>
              <a:t> com </a:t>
            </a:r>
            <a:r>
              <a:rPr lang="en-US" sz="1800" dirty="0" err="1">
                <a:solidFill>
                  <a:schemeClr val="bg1"/>
                </a:solidFill>
              </a:rPr>
              <a:t>bateria</a:t>
            </a:r>
            <a:r>
              <a:rPr lang="en-US" sz="1800" dirty="0">
                <a:solidFill>
                  <a:schemeClr val="bg1"/>
                </a:solidFill>
              </a:rPr>
              <a:t> de </a:t>
            </a:r>
            <a:r>
              <a:rPr lang="en-US" sz="1800" dirty="0" err="1">
                <a:solidFill>
                  <a:schemeClr val="bg1"/>
                </a:solidFill>
              </a:rPr>
              <a:t>alta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autonomia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sua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vez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tende</a:t>
            </a:r>
            <a:r>
              <a:rPr lang="en-US" sz="1800" dirty="0">
                <a:solidFill>
                  <a:schemeClr val="bg1"/>
                </a:solidFill>
              </a:rPr>
              <a:t> a ser </a:t>
            </a:r>
            <a:r>
              <a:rPr lang="en-US" sz="1800" dirty="0" err="1">
                <a:solidFill>
                  <a:schemeClr val="bg1"/>
                </a:solidFill>
              </a:rPr>
              <a:t>muito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caro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109929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BrushVTI">
  <a:themeElements>
    <a:clrScheme name="AnalogousFromLightSeed_2SEEDS">
      <a:dk1>
        <a:srgbClr val="000000"/>
      </a:dk1>
      <a:lt1>
        <a:srgbClr val="FFFFFF"/>
      </a:lt1>
      <a:dk2>
        <a:srgbClr val="413224"/>
      </a:dk2>
      <a:lt2>
        <a:srgbClr val="E8E5E2"/>
      </a:lt2>
      <a:accent1>
        <a:srgbClr val="6597D4"/>
      </a:accent1>
      <a:accent2>
        <a:srgbClr val="57AFBD"/>
      </a:accent2>
      <a:accent3>
        <a:srgbClr val="8184DC"/>
      </a:accent3>
      <a:accent4>
        <a:srgbClr val="D46C65"/>
      </a:accent4>
      <a:accent5>
        <a:srgbClr val="D2955C"/>
      </a:accent5>
      <a:accent6>
        <a:srgbClr val="ADA452"/>
      </a:accent6>
      <a:hlink>
        <a:srgbClr val="9A7E5D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104</Words>
  <Application>Microsoft Office PowerPoint</Application>
  <PresentationFormat>Ecrã Panorâmico</PresentationFormat>
  <Paragraphs>7</Paragraphs>
  <Slides>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3</vt:i4>
      </vt:variant>
    </vt:vector>
  </HeadingPairs>
  <TitlesOfParts>
    <vt:vector size="10" baseType="lpstr">
      <vt:lpstr>Meiryo</vt:lpstr>
      <vt:lpstr>Arial</vt:lpstr>
      <vt:lpstr>Century Gothic</vt:lpstr>
      <vt:lpstr>Corbel</vt:lpstr>
      <vt:lpstr>Elephant</vt:lpstr>
      <vt:lpstr>SketchLinesVTI</vt:lpstr>
      <vt:lpstr>BrushVTI</vt:lpstr>
      <vt:lpstr>Global Solution - COMPUTER AIDED DESIGN</vt:lpstr>
      <vt:lpstr>A empresa Alemão Electric Brands, lançou no mercado o Xbus, modelo é personalizado de acordo com a necessidade do cliente, pode ser usado como furgão, picape, motorhome ou até mesmo veículo de passeio.</vt:lpstr>
      <vt:lpstr>O Sistema de recarga ainda é escasso, problema se torna ainda maior quando o conductor faz viagens longas. Carros com bateria de alta autonomia por sua vez tende a ser muito caro.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Solution - COMPUTER AIDED DESIGN</dc:title>
  <dc:creator>Guilherme Macario</dc:creator>
  <cp:lastModifiedBy>Guilherme Macario</cp:lastModifiedBy>
  <cp:revision>1</cp:revision>
  <dcterms:created xsi:type="dcterms:W3CDTF">2022-06-05T14:56:07Z</dcterms:created>
  <dcterms:modified xsi:type="dcterms:W3CDTF">2022-06-05T15:39:28Z</dcterms:modified>
</cp:coreProperties>
</file>